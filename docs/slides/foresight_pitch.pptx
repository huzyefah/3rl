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 s) Hook. Foresight is a multi-agent system that watches a fintech platform's telemetry and predicts incidents before they breach, then investigates, decides and acts safely. The graph: a static threshold fires at the breach with zero warning; Foresight fires on the forecast. Then hand over: 'Here's why this matters.' JUDGING: Innovation (forecast-triggered, agent-owned decisions).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Business gap. Cite three facts: PagerDuty 2024 survey, about $4,537 per minute of downtime; average incident 175 minutes, so roughly $794K each. Parametrix's CrowdStrike model puts banking at about $1.15B in direct losses across the Fortune 500. Gap: today's tools alert after the threshold is crossed (zero warning), and noisy pages cause alert fatigue; on the provided dataset 44% of critical pages were false. Nobody closes the loop from predict to investigate to act safely. These are survey/model estimates, say so. JUDGING: Real-world impact (genuine, measurable problem), Innovation (the gap).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min, then hand over to live demo) Left: what we built. Commander agent sets a goal, plans, re-plans when the Skeptic disputes, acts through a deterministic Policy Guard, then verifies the outcome. Detection is forecast-based (time-to-breach) so we alert before the breach; the Skeptic cuts false positives; root-cause summaries cite evidence IDs and similar past incidents. Right: the three project metrics judges asked for: detection lead time, false-positive rate, root-cause summary quality. Fill the placeholders only from run_eval.py on held-out days (never hand-typed). Bottom: scalability path prototype to MVP to market-ready (blueprint section 21). Then: 'Let me show it live.' JUDGING: Functionality (live demo next), Technical execution (agent design, Policy Guard, GCP), Scalability (strip), Real-world impact (right side), Innovation (Skeptic + forecast + safe autonomy).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endParaRPr lang="en-US" sz="7200" dirty="0"/>
          </a:p>
        </p:txBody>
      </p:sp>
      <p:sp>
        <p:nvSpPr>
          <p:cNvPr id="3" name="Tagline"/>
          <p:cNvSpPr txBox="1"/>
          <p:nvPr/>
        </p:nvSpPr>
        <p:spPr>
          <a:xfrm>
            <a:off x="54864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incidents before customers feel them.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840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AIOps for fintech platforms</a:t>
            </a:r>
            <a:endParaRPr lang="en-US" sz="1600" dirty="0"/>
          </a:p>
        </p:txBody>
      </p:sp>
      <p:sp>
        <p:nvSpPr>
          <p:cNvPr id="5" name="Team placeholder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[Event name]  ·  [Date]</a:t>
            </a:r>
            <a:endParaRPr lang="en-US" sz="1200" dirty="0"/>
          </a:p>
        </p:txBody>
      </p:sp>
      <p:sp>
        <p:nvSpPr>
          <p:cNvPr id="6" name="Threshold"/>
          <p:cNvSpPr/>
          <p:nvPr/>
        </p:nvSpPr>
        <p:spPr>
          <a:xfrm>
            <a:off x="7223760" y="2377440"/>
            <a:ext cx="4480560" cy="0"/>
          </a:xfrm>
          <a:prstGeom prst="line">
            <a:avLst/>
          </a:prstGeom>
          <a:noFill/>
          <a:ln w="19050">
            <a:solidFill>
              <a:srgbClr val="DC2F3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14984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V="1">
            <a:off x="7223760" y="4983480"/>
            <a:ext cx="640080" cy="13716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863840" y="4800600"/>
            <a:ext cx="640080" cy="18288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03920" y="4480560"/>
            <a:ext cx="640080" cy="32004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144000" y="4023360"/>
            <a:ext cx="640080" cy="45720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784080" y="3383280"/>
            <a:ext cx="640080" cy="64008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24160" y="2377440"/>
            <a:ext cx="640080" cy="100584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2286000"/>
            <a:ext cx="182880" cy="182880"/>
          </a:xfrm>
          <a:prstGeom prst="ellipse">
            <a:avLst/>
          </a:prstGeom>
          <a:solidFill>
            <a:srgbClr val="DC2F3C"/>
          </a:solidFill>
          <a:ln w="12700">
            <a:solidFill>
              <a:srgbClr val="DC2F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breach: 0 min warning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5128" y="4361688"/>
            <a:ext cx="237744" cy="237744"/>
          </a:xfrm>
          <a:prstGeom prst="ellipse">
            <a:avLst/>
          </a:prstGeom>
          <a:solidFill>
            <a:srgbClr val="0F9D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4480560"/>
            <a:ext cx="0" cy="457200"/>
          </a:xfrm>
          <a:prstGeom prst="line">
            <a:avLst/>
          </a:prstGeom>
          <a:noFill/>
          <a:ln w="1905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4956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alert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4800600"/>
            <a:ext cx="1920240" cy="0"/>
          </a:xfrm>
          <a:prstGeom prst="line">
            <a:avLst/>
          </a:prstGeom>
          <a:noFill/>
          <a:ln w="19050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3268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min lead 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are expensive, and alerts arrive too late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3453384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14884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$4,537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3464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 of downtime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04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2024 survey</a:t>
            </a:r>
            <a:endParaRPr lang="en-US" sz="1000" dirty="0"/>
          </a:p>
        </p:txBody>
      </p:sp>
      <p:sp>
        <p:nvSpPr>
          <p:cNvPr id="8" name="Card 2"/>
          <p:cNvSpPr/>
          <p:nvPr/>
        </p:nvSpPr>
        <p:spPr>
          <a:xfrm>
            <a:off x="4367784" y="1463040"/>
            <a:ext cx="3453384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104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2104" y="214884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$794K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4642104" y="283464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 (avg. 175 min)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642104" y="3154680"/>
            <a:ext cx="2904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2024 survey</a:t>
            </a:r>
            <a:endParaRPr lang="en-US" sz="1000" dirty="0"/>
          </a:p>
        </p:txBody>
      </p:sp>
      <p:sp>
        <p:nvSpPr>
          <p:cNvPr id="13" name="Card 3"/>
          <p:cNvSpPr/>
          <p:nvPr/>
        </p:nvSpPr>
        <p:spPr>
          <a:xfrm>
            <a:off x="8186928" y="1463040"/>
            <a:ext cx="3453384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61248" y="214884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$1.15B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8461248" y="2834640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direct loss, CrowdStrike outage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461248" y="3154680"/>
            <a:ext cx="2904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Parametrix model, Fortune 500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286000" y="4663440"/>
            <a:ext cx="9354312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76856" y="4562856"/>
            <a:ext cx="201168" cy="201168"/>
          </a:xfrm>
          <a:prstGeom prst="ellipse">
            <a:avLst/>
          </a:prstGeom>
          <a:solidFill>
            <a:srgbClr val="DC2F3C"/>
          </a:solidFill>
          <a:ln w="12700">
            <a:solidFill>
              <a:srgbClr val="DC2F3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286000" y="4828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hit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62856" y="4562856"/>
            <a:ext cx="201168" cy="201168"/>
          </a:xfrm>
          <a:prstGeom prst="ellipse">
            <a:avLst/>
          </a:prstGeom>
          <a:solidFill>
            <a:srgbClr val="DC2F3C"/>
          </a:solidFill>
          <a:ln w="12700">
            <a:solidFill>
              <a:srgbClr val="DC2F3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72000" y="4828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fires (0 min warning)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306056" y="4562856"/>
            <a:ext cx="201168" cy="201168"/>
          </a:xfrm>
          <a:prstGeom prst="ellipse">
            <a:avLst/>
          </a:prstGeom>
          <a:solidFill>
            <a:srgbClr val="DC2F3C"/>
          </a:solidFill>
          <a:ln w="12700">
            <a:solidFill>
              <a:srgbClr val="DC2F3C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0" y="4828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~175 min to resolve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6634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pages are false alarms (on our dataset)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2286000" y="5760720"/>
            <a:ext cx="9354312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276856" y="5660136"/>
            <a:ext cx="201168" cy="2011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286000" y="5925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breach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3922776" y="5660136"/>
            <a:ext cx="201168" cy="2011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931920" y="5925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verifies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568696" y="5660136"/>
            <a:ext cx="201168" cy="2011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577840" y="5925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action + ticket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7306056" y="5660136"/>
            <a:ext cx="201168" cy="2011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315200" y="5925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avoided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23774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min lead time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and what it changes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2200" dirty="0"/>
          </a:p>
        </p:txBody>
      </p:sp>
      <p:sp>
        <p:nvSpPr>
          <p:cNvPr id="5" name="Feature list"/>
          <p:cNvSpPr txBox="1"/>
          <p:nvPr/>
        </p:nvSpPr>
        <p:spPr>
          <a:xfrm>
            <a:off x="548640" y="1874520"/>
            <a:ext cx="52715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agents: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plans, re-plans, acts, then verifies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detection: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+ Holt time-to-breach + ML risk score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agent: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against alerts to cut false pages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root cause: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IDs, RAG over past incidents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autonomy: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Guard, TTL, rollback; humans approve risky actions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FinPay simulator, live chaos demo, GCP deployed [status]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1371600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25996" y="1344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(held-out days)</a:t>
            </a:r>
            <a:endParaRPr lang="en-US" sz="2200" dirty="0"/>
          </a:p>
        </p:txBody>
      </p:sp>
      <p:sp>
        <p:nvSpPr>
          <p:cNvPr id="8" name="Metric 1"/>
          <p:cNvSpPr/>
          <p:nvPr/>
        </p:nvSpPr>
        <p:spPr>
          <a:xfrm>
            <a:off x="6368796" y="1874520"/>
            <a:ext cx="1635252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05956" y="2057400"/>
            <a:ext cx="13609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min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6505956" y="2679192"/>
            <a:ext cx="1360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505956" y="3063240"/>
            <a:ext cx="1360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threshold: 0 min</a:t>
            </a:r>
            <a:endParaRPr lang="en-US" sz="1000" dirty="0"/>
          </a:p>
        </p:txBody>
      </p:sp>
      <p:sp>
        <p:nvSpPr>
          <p:cNvPr id="12" name="Metric 2"/>
          <p:cNvSpPr/>
          <p:nvPr/>
        </p:nvSpPr>
        <p:spPr>
          <a:xfrm>
            <a:off x="8186928" y="1874520"/>
            <a:ext cx="1635252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24088" y="2057400"/>
            <a:ext cx="13609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8324088" y="2679192"/>
            <a:ext cx="1360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324088" y="3063240"/>
            <a:ext cx="1360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threshold: 44%</a:t>
            </a:r>
            <a:endParaRPr lang="en-US" sz="1000" dirty="0"/>
          </a:p>
        </p:txBody>
      </p:sp>
      <p:sp>
        <p:nvSpPr>
          <p:cNvPr id="16" name="Metric 3"/>
          <p:cNvSpPr/>
          <p:nvPr/>
        </p:nvSpPr>
        <p:spPr>
          <a:xfrm>
            <a:off x="10005060" y="1874520"/>
            <a:ext cx="1635252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142220" y="2057400"/>
            <a:ext cx="13609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10142220" y="2679192"/>
            <a:ext cx="13609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accuracy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142220" y="3063240"/>
            <a:ext cx="13609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evidence</a:t>
            </a:r>
            <a:endParaRPr lang="en-US" sz="1000" dirty="0"/>
          </a:p>
        </p:txBody>
      </p:sp>
      <p:sp>
        <p:nvSpPr>
          <p:cNvPr id="20" name="Impact list"/>
          <p:cNvSpPr txBox="1"/>
          <p:nvPr/>
        </p:nvSpPr>
        <p:spPr>
          <a:xfrm>
            <a:off x="6368796" y="3703320"/>
            <a:ext cx="527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[$X]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avoided per prevented incident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incidents ticketed before the first customer report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MTTR; every action audited and reversible</a:t>
            </a:r>
            <a:endParaRPr lang="en-US" sz="1500" dirty="0"/>
          </a:p>
        </p:txBody>
      </p:sp>
      <p:sp>
        <p:nvSpPr>
          <p:cNvPr id="21" name="Scale 1"/>
          <p:cNvSpPr/>
          <p:nvPr/>
        </p:nvSpPr>
        <p:spPr>
          <a:xfrm>
            <a:off x="548640" y="5623560"/>
            <a:ext cx="3392424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31520" y="57150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(today)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31520" y="601675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tenant, ~200 events/s, Cloud Run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5902452"/>
            <a:ext cx="219456" cy="219456"/>
          </a:xfrm>
          <a:prstGeom prst="rect">
            <a:avLst/>
          </a:prstGeom>
        </p:spPr>
      </p:pic>
      <p:sp>
        <p:nvSpPr>
          <p:cNvPr id="25" name="Scale 2"/>
          <p:cNvSpPr/>
          <p:nvPr/>
        </p:nvSpPr>
        <p:spPr>
          <a:xfrm>
            <a:off x="4398264" y="5623560"/>
            <a:ext cx="339242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81144" y="57150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81144" y="601675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~10k events/s, Dataflow + ADK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5902452"/>
            <a:ext cx="219456" cy="219456"/>
          </a:xfrm>
          <a:prstGeom prst="rect">
            <a:avLst/>
          </a:prstGeom>
        </p:spPr>
      </p:pic>
      <p:sp>
        <p:nvSpPr>
          <p:cNvPr id="29" name="Scale 3"/>
          <p:cNvSpPr/>
          <p:nvPr/>
        </p:nvSpPr>
        <p:spPr>
          <a:xfrm>
            <a:off x="8247888" y="5623560"/>
            <a:ext cx="339242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30768" y="57150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Market-ready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430768" y="601675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 events/s per region, SOC 2, connectors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Foresight pitch</dc:title>
  <dc:subject>PptxGenJS Presentation</dc:subject>
  <dc:creator>PptxGenJS</dc:creator>
  <cp:lastModifiedBy>PptxGenJS</cp:lastModifiedBy>
  <cp:revision>1</cp:revision>
  <dcterms:created xsi:type="dcterms:W3CDTF">2026-10-20T08:27:16Z</dcterms:created>
  <dcterms:modified xsi:type="dcterms:W3CDTF">2026-10-20T08:27:16Z</dcterms:modified>
</cp:coreProperties>
</file>